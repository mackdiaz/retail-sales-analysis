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72" d="100"/>
          <a:sy n="72" d="100"/>
        </p:scale>
        <p:origin x="45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  <p:extLst>
      <p:ext uri="{BB962C8B-B14F-4D97-AF65-F5344CB8AC3E}">
        <p14:creationId xmlns:p14="http://schemas.microsoft.com/office/powerpoint/2010/main" val="393777018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9798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Encabezado de secció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  <p:extLst>
      <p:ext uri="{BB962C8B-B14F-4D97-AF65-F5344CB8AC3E}">
        <p14:creationId xmlns:p14="http://schemas.microsoft.com/office/powerpoint/2010/main" val="125837930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644964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9580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9406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7098225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729149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275211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0715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790023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71158830-16B4-4F1C-9385-CD70BFDE7499}" type="datetimeFigureOut">
              <a:rPr lang="es-CL" smtClean="0"/>
              <a:t>10-07-2025</a:t>
            </a:fld>
            <a:endParaRPr lang="es-C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2D5258AB-AFFD-4960-8FCA-177CAF63A464}" type="slidenum">
              <a:rPr lang="es-CL" smtClean="0"/>
              <a:t>‹Nº›</a:t>
            </a:fld>
            <a:endParaRPr lang="es-CL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1876655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8BA856D-CE0D-4ED5-B5B4-9FAF67F2C1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1" y="3124940"/>
            <a:ext cx="4453630" cy="353331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CL" dirty="0"/>
              <a:t>Observando finalmente las distribuciones de edad, monto total y precio unitario.</a:t>
            </a:r>
          </a:p>
          <a:p>
            <a:pPr marL="0" indent="0">
              <a:buNone/>
            </a:pPr>
            <a:r>
              <a:rPr lang="es-CL" dirty="0"/>
              <a:t>Se puede ver que como se infiere a partir de los otros gráficos y análisis, las ventas SI se concentran más en menores costos que en mayores, lo que podría deberse a que la población tiende más a gastar en menores montos, realizando más transacciones en lugar de ventas únicas de mayor valor.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B9BE8719-53A0-4586-A983-7549873067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1" y="413594"/>
            <a:ext cx="6455732" cy="250715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59800EB0-6D50-4352-832A-6EBC4EFD52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9" y="3428999"/>
            <a:ext cx="5662613" cy="2809875"/>
          </a:xfrm>
          <a:prstGeom prst="rect">
            <a:avLst/>
          </a:prstGeom>
        </p:spPr>
      </p:pic>
      <p:sp>
        <p:nvSpPr>
          <p:cNvPr id="9" name="Marcador de contenido 2">
            <a:extLst>
              <a:ext uri="{FF2B5EF4-FFF2-40B4-BE49-F238E27FC236}">
                <a16:creationId xmlns:a16="http://schemas.microsoft.com/office/drawing/2014/main" id="{E5D4D480-3DF6-47E8-A6B4-59BA08C84AD8}"/>
              </a:ext>
            </a:extLst>
          </p:cNvPr>
          <p:cNvSpPr txBox="1">
            <a:spLocks/>
          </p:cNvSpPr>
          <p:nvPr/>
        </p:nvSpPr>
        <p:spPr>
          <a:xfrm>
            <a:off x="7963269" y="403936"/>
            <a:ext cx="3667957" cy="27210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84048" indent="-384048" algn="l" defTabSz="914400" rtl="0" eaLnBrk="1" latinLnBrk="0" hangingPunct="1">
              <a:lnSpc>
                <a:spcPct val="94000"/>
              </a:lnSpc>
              <a:spcBef>
                <a:spcPts val="10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20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914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20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1371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8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828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8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22860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27432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6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32004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36576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–"/>
              <a:defRPr sz="1400" i="1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4114800" indent="-384048" algn="l" defTabSz="914400" rtl="0" eaLnBrk="1" latinLnBrk="0" hangingPunct="1">
              <a:lnSpc>
                <a:spcPct val="94000"/>
              </a:lnSpc>
              <a:spcBef>
                <a:spcPts val="500"/>
              </a:spcBef>
              <a:spcAft>
                <a:spcPts val="200"/>
              </a:spcAft>
              <a:buFont typeface="Franklin Gothic Book" panose="020B0503020102020204" pitchFamily="34" charset="0"/>
              <a:buChar char="■"/>
              <a:defRPr sz="14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Franklin Gothic Book" panose="020B0503020102020204" pitchFamily="34" charset="0"/>
              <a:buNone/>
            </a:pPr>
            <a:r>
              <a:rPr lang="es-CL" dirty="0"/>
              <a:t>Al predecir el monto total a partir de los datos obtenidos, la respuesta a la predicción es completamente lineal, ya que la naturaleza de los datos tiene una relación directa con el monto total.</a:t>
            </a:r>
          </a:p>
        </p:txBody>
      </p:sp>
    </p:spTree>
    <p:extLst>
      <p:ext uri="{BB962C8B-B14F-4D97-AF65-F5344CB8AC3E}">
        <p14:creationId xmlns:p14="http://schemas.microsoft.com/office/powerpoint/2010/main" val="243876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corte">
  <a:themeElements>
    <a:clrScheme name="Recorte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Recorte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Recort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TM10001105[[fn=Recorte]]</Template>
  <TotalTime>28</TotalTime>
  <Words>107</Words>
  <Application>Microsoft Office PowerPoint</Application>
  <PresentationFormat>Panorámica</PresentationFormat>
  <Paragraphs>3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3" baseType="lpstr">
      <vt:lpstr>Franklin Gothic Book</vt:lpstr>
      <vt:lpstr>Recorte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Proyecto Visualización para ciencia de datos</dc:title>
  <dc:creator>mack diaz</dc:creator>
  <cp:lastModifiedBy>mack diaz</cp:lastModifiedBy>
  <cp:revision>5</cp:revision>
  <dcterms:created xsi:type="dcterms:W3CDTF">2025-06-20T18:16:38Z</dcterms:created>
  <dcterms:modified xsi:type="dcterms:W3CDTF">2025-07-10T17:05:33Z</dcterms:modified>
</cp:coreProperties>
</file>